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F74"/>
    <a:srgbClr val="790A01"/>
    <a:srgbClr val="BE0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4744E-740D-4C36-9D1F-9527EB82A388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82BE6-EEDF-4422-BF07-58FD7A2C7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7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682BE6-EEDF-4422-BF07-58FD7A2C7F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6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5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4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2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0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4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0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49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83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E030F-B4C8-4FCB-BF4F-DB1B0A6002E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AFF94-B844-4DE3-B083-6F57EFE6B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0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Extract 13"/>
          <p:cNvSpPr/>
          <p:nvPr/>
        </p:nvSpPr>
        <p:spPr>
          <a:xfrm>
            <a:off x="228600" y="304800"/>
            <a:ext cx="2667000" cy="2438400"/>
          </a:xfrm>
          <a:prstGeom prst="flowChartExtract">
            <a:avLst/>
          </a:prstGeom>
          <a:solidFill>
            <a:srgbClr val="790A01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Career Choice</a:t>
            </a:r>
          </a:p>
        </p:txBody>
      </p:sp>
      <p:sp>
        <p:nvSpPr>
          <p:cNvPr id="15" name="Flowchart: Merge 14"/>
          <p:cNvSpPr/>
          <p:nvPr/>
        </p:nvSpPr>
        <p:spPr>
          <a:xfrm>
            <a:off x="1905000" y="304800"/>
            <a:ext cx="2743200" cy="2438400"/>
          </a:xfrm>
          <a:prstGeom prst="flowChartMerge">
            <a:avLst/>
          </a:prstGeom>
          <a:solidFill>
            <a:srgbClr val="064F74"/>
          </a:solidFill>
          <a:ln>
            <a:solidFill>
              <a:schemeClr val="tx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400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  <a:r>
              <a:rPr lang="en-US" sz="1500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Placement Overview</a:t>
            </a:r>
          </a:p>
        </p:txBody>
      </p:sp>
      <p:sp>
        <p:nvSpPr>
          <p:cNvPr id="16" name="Flowchart: Extract 15"/>
          <p:cNvSpPr/>
          <p:nvPr/>
        </p:nvSpPr>
        <p:spPr>
          <a:xfrm>
            <a:off x="228600" y="3200400"/>
            <a:ext cx="2667000" cy="2438400"/>
          </a:xfrm>
          <a:prstGeom prst="flowChartExtract">
            <a:avLst/>
          </a:prstGeom>
          <a:solidFill>
            <a:srgbClr val="790A01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400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  <a:r>
              <a:rPr lang="en-US" sz="1500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Group Discussion</a:t>
            </a:r>
          </a:p>
        </p:txBody>
      </p:sp>
      <p:sp>
        <p:nvSpPr>
          <p:cNvPr id="17" name="Flowchart: Merge 16"/>
          <p:cNvSpPr/>
          <p:nvPr/>
        </p:nvSpPr>
        <p:spPr>
          <a:xfrm>
            <a:off x="1905000" y="3200400"/>
            <a:ext cx="2743200" cy="2438400"/>
          </a:xfrm>
          <a:prstGeom prst="flowChartMerge">
            <a:avLst/>
          </a:prstGeom>
          <a:solidFill>
            <a:srgbClr val="064F74"/>
          </a:solidFill>
          <a:ln>
            <a:solidFill>
              <a:schemeClr val="tx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600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Case Studies</a:t>
            </a:r>
          </a:p>
        </p:txBody>
      </p:sp>
      <p:sp>
        <p:nvSpPr>
          <p:cNvPr id="18" name="Flowchart: Extract 17"/>
          <p:cNvSpPr/>
          <p:nvPr/>
        </p:nvSpPr>
        <p:spPr>
          <a:xfrm>
            <a:off x="4038600" y="304800"/>
            <a:ext cx="2667000" cy="2438400"/>
          </a:xfrm>
          <a:prstGeom prst="flowChartExtract">
            <a:avLst/>
          </a:prstGeom>
          <a:solidFill>
            <a:srgbClr val="790A01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400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  </a:t>
            </a:r>
            <a:r>
              <a:rPr lang="en-US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CV Building</a:t>
            </a:r>
          </a:p>
        </p:txBody>
      </p:sp>
      <p:sp>
        <p:nvSpPr>
          <p:cNvPr id="19" name="Flowchart: Merge 18"/>
          <p:cNvSpPr/>
          <p:nvPr/>
        </p:nvSpPr>
        <p:spPr>
          <a:xfrm>
            <a:off x="5715000" y="304800"/>
            <a:ext cx="2743200" cy="2438400"/>
          </a:xfrm>
          <a:prstGeom prst="flowChartMerge">
            <a:avLst/>
          </a:prstGeom>
          <a:solidFill>
            <a:srgbClr val="064F74"/>
          </a:solidFill>
          <a:ln>
            <a:solidFill>
              <a:schemeClr val="tx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600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Personal Interview</a:t>
            </a:r>
          </a:p>
        </p:txBody>
      </p:sp>
      <p:sp>
        <p:nvSpPr>
          <p:cNvPr id="20" name="Flowchart: Extract 19"/>
          <p:cNvSpPr/>
          <p:nvPr/>
        </p:nvSpPr>
        <p:spPr>
          <a:xfrm>
            <a:off x="4038600" y="3200400"/>
            <a:ext cx="2667000" cy="2438400"/>
          </a:xfrm>
          <a:prstGeom prst="flowChartExtract">
            <a:avLst/>
          </a:prstGeom>
          <a:solidFill>
            <a:srgbClr val="790A01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600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Aptitude and Soft Skill</a:t>
            </a:r>
          </a:p>
        </p:txBody>
      </p:sp>
      <p:sp>
        <p:nvSpPr>
          <p:cNvPr id="21" name="Flowchart: Merge 20"/>
          <p:cNvSpPr/>
          <p:nvPr/>
        </p:nvSpPr>
        <p:spPr>
          <a:xfrm>
            <a:off x="5715000" y="3200400"/>
            <a:ext cx="2743200" cy="2438400"/>
          </a:xfrm>
          <a:prstGeom prst="flowChartMerge">
            <a:avLst/>
          </a:prstGeom>
          <a:solidFill>
            <a:srgbClr val="064F74"/>
          </a:solidFill>
          <a:ln>
            <a:solidFill>
              <a:schemeClr val="tx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1500" b="1" dirty="0">
                <a:ln w="508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Meditation</a:t>
            </a:r>
          </a:p>
        </p:txBody>
      </p:sp>
    </p:spTree>
    <p:extLst>
      <p:ext uri="{BB962C8B-B14F-4D97-AF65-F5344CB8AC3E}">
        <p14:creationId xmlns:p14="http://schemas.microsoft.com/office/powerpoint/2010/main" val="3492965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</Words>
  <Application>Microsoft Office PowerPoint</Application>
  <PresentationFormat>On-screen Show (4:3)</PresentationFormat>
  <Paragraphs>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Abhishek</dc:creator>
  <cp:lastModifiedBy>Abhishek</cp:lastModifiedBy>
  <cp:revision>3</cp:revision>
  <dcterms:created xsi:type="dcterms:W3CDTF">2019-08-09T04:54:23Z</dcterms:created>
  <dcterms:modified xsi:type="dcterms:W3CDTF">2019-08-09T05:19:21Z</dcterms:modified>
</cp:coreProperties>
</file>